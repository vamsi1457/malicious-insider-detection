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71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27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84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2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886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06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72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53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ACAA580-6BA2-433C-8298-CDE1674E70B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B905348-EE83-4BA2-B4B7-9210E8D8B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11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F511A5-6472-4F3D-B7B3-6DE33B5AF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378" y="304684"/>
            <a:ext cx="9221487" cy="1333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135368-7000-4D0B-B9C0-E3DA356D535B}"/>
              </a:ext>
            </a:extLst>
          </p:cNvPr>
          <p:cNvSpPr txBox="1"/>
          <p:nvPr/>
        </p:nvSpPr>
        <p:spPr>
          <a:xfrm>
            <a:off x="8601217" y="1838425"/>
            <a:ext cx="2352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Team No. 39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14091-DBF2-4471-84A7-26C911BDB3F2}"/>
              </a:ext>
            </a:extLst>
          </p:cNvPr>
          <p:cNvSpPr txBox="1"/>
          <p:nvPr/>
        </p:nvSpPr>
        <p:spPr>
          <a:xfrm>
            <a:off x="2103159" y="2238535"/>
            <a:ext cx="71159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/>
              <a:t>MALICIOUS INSIDER DETECTION SYSTEM IN AN ORGANIZATION</a:t>
            </a:r>
            <a:endParaRPr lang="en-IN" sz="21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C888D-C4A8-4865-8261-FA678808C3A9}"/>
              </a:ext>
            </a:extLst>
          </p:cNvPr>
          <p:cNvSpPr txBox="1"/>
          <p:nvPr/>
        </p:nvSpPr>
        <p:spPr>
          <a:xfrm>
            <a:off x="3965607" y="3139084"/>
            <a:ext cx="3253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Presentation By,</a:t>
            </a:r>
            <a:endParaRPr lang="en-IN" sz="2000" b="1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45317-41C3-4C05-8C56-13FAFD942876}"/>
              </a:ext>
            </a:extLst>
          </p:cNvPr>
          <p:cNvSpPr txBox="1"/>
          <p:nvPr/>
        </p:nvSpPr>
        <p:spPr>
          <a:xfrm>
            <a:off x="3493969" y="3550309"/>
            <a:ext cx="42736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 Javeed Basha          - 23BTRCL167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 R Vamsi                    - 23BTRCL172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Dasari Vamsi              - 23BTRCL179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 Keerthana               - 23BTRCL186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 L Sasidhar Reddy    - 23BTRCL193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D8F57-F8AD-40BE-95B6-948C56DD431A}"/>
              </a:ext>
            </a:extLst>
          </p:cNvPr>
          <p:cNvSpPr txBox="1"/>
          <p:nvPr/>
        </p:nvSpPr>
        <p:spPr>
          <a:xfrm>
            <a:off x="2319689" y="5332396"/>
            <a:ext cx="6150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Guided By,</a:t>
            </a:r>
          </a:p>
          <a:p>
            <a:pPr algn="ctr"/>
            <a:r>
              <a:rPr lang="en-US" sz="2000" b="1" dirty="0"/>
              <a:t>Dr. Sankar K</a:t>
            </a:r>
          </a:p>
          <a:p>
            <a:pPr algn="ctr"/>
            <a:r>
              <a:rPr lang="en-US" sz="2000" b="1" dirty="0"/>
              <a:t>Assistant Professor / CSE-AIML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2287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0025-7226-453A-B5EB-136FEC9F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026E5-68D0-48BC-BB86-37709C607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9306186" cy="4050792"/>
          </a:xfrm>
        </p:spPr>
        <p:txBody>
          <a:bodyPr/>
          <a:lstStyle/>
          <a:p>
            <a:pPr algn="just"/>
            <a:r>
              <a:rPr lang="en-US" dirty="0"/>
              <a:t>Traditional security focuses on external threats, leaving organizations vulnerable to "insiders" with valid credentials. This project proposes a </a:t>
            </a:r>
            <a:r>
              <a:rPr lang="en-US" b="1" dirty="0"/>
              <a:t>Cybersecurity </a:t>
            </a:r>
            <a:r>
              <a:rPr lang="en-US" b="1" dirty="0" err="1"/>
              <a:t>Behavioural</a:t>
            </a:r>
            <a:r>
              <a:rPr lang="en-US" b="1" dirty="0"/>
              <a:t> Analytics</a:t>
            </a:r>
            <a:r>
              <a:rPr lang="en-US" dirty="0"/>
              <a:t> framework that monitors high-resolution system telemetry, such as login sequences and file-system access. By combining </a:t>
            </a:r>
            <a:r>
              <a:rPr lang="en-US" b="1" dirty="0"/>
              <a:t>Random Forest</a:t>
            </a:r>
            <a:r>
              <a:rPr lang="en-US" dirty="0"/>
              <a:t> for static classification and </a:t>
            </a:r>
            <a:r>
              <a:rPr lang="en-US" b="1" dirty="0"/>
              <a:t>LSTM networks</a:t>
            </a:r>
            <a:r>
              <a:rPr lang="en-US" dirty="0"/>
              <a:t> for temporal sequence analysis, the system identifies subtle, malicious behavioral shifts. The framework incorporates "privacy by design" to mask identities and achieves a 92% precision rate with low latency.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87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4B99-0AA9-4065-A7D0-E3E93ADA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66E71-C61D-4916-A1BA-17969A83C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985470" cy="4050792"/>
          </a:xfrm>
        </p:spPr>
        <p:txBody>
          <a:bodyPr/>
          <a:lstStyle/>
          <a:p>
            <a:pPr algn="just"/>
            <a:r>
              <a:rPr lang="en-US" dirty="0"/>
              <a:t>The modern enterprise "fortress" model is failing because it cannot see threats originating from within. The </a:t>
            </a:r>
            <a:r>
              <a:rPr lang="en-US" b="1" dirty="0"/>
              <a:t>Malicious Insider Detection System (MIDS)</a:t>
            </a:r>
            <a:r>
              <a:rPr lang="en-US" dirty="0"/>
              <a:t> shifts the focus from perimeter defense to internal user behavior. By establishing a baseline of "normal" activity for every user, the system can detect deviations that indicate data exfiltration or unauthorized access.</a:t>
            </a:r>
            <a:endParaRPr lang="en-IN" dirty="0"/>
          </a:p>
        </p:txBody>
      </p:sp>
      <p:pic>
        <p:nvPicPr>
          <p:cNvPr id="4" name="Picture 2" descr="The Financial Cost of an Insider Threat | SoftActivity">
            <a:extLst>
              <a:ext uri="{FF2B5EF4-FFF2-40B4-BE49-F238E27FC236}">
                <a16:creationId xmlns:a16="http://schemas.microsoft.com/office/drawing/2014/main" id="{A27E787B-D016-4D7D-A92A-38A22E261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216" y="1289304"/>
            <a:ext cx="4443413" cy="464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79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811D-8C12-40C9-8563-C5C8637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D2BF8B-931F-46B8-B0F2-4FE317D998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773" y="2439476"/>
            <a:ext cx="9577136" cy="292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Active Directory logs and file-system metadata.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Tools: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KNN Imputation (for missing data) and Z-score standardization.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Forest (Static features) and Long Short-Term Memory (LSTM) networks (Temporal features).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Dataset: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CERT insider threat dataset.</a:t>
            </a:r>
          </a:p>
        </p:txBody>
      </p:sp>
    </p:spTree>
    <p:extLst>
      <p:ext uri="{BB962C8B-B14F-4D97-AF65-F5344CB8AC3E}">
        <p14:creationId xmlns:p14="http://schemas.microsoft.com/office/powerpoint/2010/main" val="199433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A31A-68C4-4D88-901E-DB5C5120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7C7EFE-1183-4F31-B047-BD3756EBD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9" y="1704469"/>
            <a:ext cx="8959676" cy="4884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involves a comprehensive review of existing insider threat paradigms. Key areas of research include: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Modeling: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how user intent translates into digital footprints.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Analysis: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Recurrent Neural Networks (RNNs) to track actions over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Detection: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Differentiating between a "busy employee" and a "malicious actor".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04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E58E-EC9A-4F8E-B586-D2548C9D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 &amp; 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7F5EB8-8280-49F6-8C3F-DD5208313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7" y="1933379"/>
            <a:ext cx="9508317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Perimeter-Centric Defenses: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Primarily uses firewalls to stop external adversaries but is blind to internal threats.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Signature-Based Detection: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Looks for known "unauthorized entry" patterns rather than monitoring authorized access abuse.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Logic: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rigid, hard-coded parameters (like irregular login times) that are easily bypassed by savvy insiders.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False Positives: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adaptability leads to excessive false alarms and "alert fatigue".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Blindness to "Low-and-Slow":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 to identify malicious patterns that develop gradually over long periods</a:t>
            </a:r>
          </a:p>
        </p:txBody>
      </p:sp>
    </p:spTree>
    <p:extLst>
      <p:ext uri="{BB962C8B-B14F-4D97-AF65-F5344CB8AC3E}">
        <p14:creationId xmlns:p14="http://schemas.microsoft.com/office/powerpoint/2010/main" val="35578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A1F3-1778-41A7-82E6-4E94B4AF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3ACFB5-5B95-4C05-9F7B-29758DB49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9845" b="20883"/>
          <a:stretch/>
        </p:blipFill>
        <p:spPr>
          <a:xfrm>
            <a:off x="1251284" y="2348564"/>
            <a:ext cx="9317255" cy="2685449"/>
          </a:xfrm>
        </p:spPr>
      </p:pic>
    </p:spTree>
    <p:extLst>
      <p:ext uri="{BB962C8B-B14F-4D97-AF65-F5344CB8AC3E}">
        <p14:creationId xmlns:p14="http://schemas.microsoft.com/office/powerpoint/2010/main" val="332717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997F-A562-45FC-831A-472E43CF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34" name="Rectangle 31">
            <a:extLst>
              <a:ext uri="{FF2B5EF4-FFF2-40B4-BE49-F238E27FC236}">
                <a16:creationId xmlns:a16="http://schemas.microsoft.com/office/drawing/2014/main" id="{D892B827-C187-4DF9-9130-BECF4AC53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7" y="1841044"/>
            <a:ext cx="8786421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MIDS leverages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Predictive Engine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overcome legacy limitations: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 Filtering: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Sensitivity adjusts based on organizational roles (e.g., an admin’s "normal" differs from a clerk’s).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Sensitivity: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LSTM to catch subtle shifts in behavior that happen over weeks or months.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by Design: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layer that masks personal identities during analysis to ensure global data protection compliance.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Proven Performance: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94% AUC-ROC and 92% precision, reducing false alerts by 30%.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51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BC72-9CF1-49CA-9E70-E3FA9693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3C46D-BC1A-4010-A2F9-BBD2A9A4D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7227129" cy="4050792"/>
          </a:xfrm>
        </p:spPr>
        <p:txBody>
          <a:bodyPr/>
          <a:lstStyle/>
          <a:p>
            <a:r>
              <a:rPr lang="en-US" dirty="0"/>
              <a:t>The MIDS framework successfully addresses the "Perimeter Blindness" of traditional security. By integrating static and temporal machine learning models, it provides a scalable, real-time solution for detecting sophisticated internal threats while maintaining high precision and user privacy.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89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EB54-4F75-4A08-8EC1-65E7D156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53C35-3201-468D-8B25-30556D16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738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6D2D-2D96-45B3-85F3-135F9D25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8" y="2502568"/>
            <a:ext cx="5638960" cy="1651214"/>
          </a:xfrm>
        </p:spPr>
        <p:txBody>
          <a:bodyPr>
            <a:noAutofit/>
          </a:bodyPr>
          <a:lstStyle/>
          <a:p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5615595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42</TotalTime>
  <Words>555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Rockwell</vt:lpstr>
      <vt:lpstr>Rockwell Condensed</vt:lpstr>
      <vt:lpstr>Wingdings</vt:lpstr>
      <vt:lpstr>Wood Type</vt:lpstr>
      <vt:lpstr>PowerPoint Presentation</vt:lpstr>
      <vt:lpstr>ABSTRACT</vt:lpstr>
      <vt:lpstr>INTRODUCTION</vt:lpstr>
      <vt:lpstr>System Requirements</vt:lpstr>
      <vt:lpstr>Literature Survey</vt:lpstr>
      <vt:lpstr>Existing System &amp; Limitations</vt:lpstr>
      <vt:lpstr>Block diagram</vt:lpstr>
      <vt:lpstr>Proposed system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vamsi dasari</dc:creator>
  <cp:lastModifiedBy>vamsi dasari</cp:lastModifiedBy>
  <cp:revision>6</cp:revision>
  <dcterms:created xsi:type="dcterms:W3CDTF">2026-02-26T13:39:57Z</dcterms:created>
  <dcterms:modified xsi:type="dcterms:W3CDTF">2026-02-26T14:22:01Z</dcterms:modified>
</cp:coreProperties>
</file>